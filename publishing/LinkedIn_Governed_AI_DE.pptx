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Local implementation and tests: evidence/verification.json, evidence/demo/crash-recovery.json, evidence/evaluation/baseline-results.json.
UI asset: docs/assets/workspace-en.png or workspace-de.png, synthetic Chromium DOM harness; not native-navigation verification.
Implementation boundary: docs/en/testing.md and docs/en/integration.md.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Local implementation and tests: evidence/verification.json, evidence/demo/crash-recovery.json, evidence/evaluation/baseline-results.json.
UI asset: docs/assets/workspace-en.png or workspace-de.png, synthetic Chromium DOM harness; not native-navigation verification.
Implementation boundary: docs/en/testing.md and docs/en/integration.md.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Local implementation and tests: evidence/verification.json, evidence/demo/crash-recovery.json, evidence/evaluation/baseline-results.json.
UI asset: docs/assets/workspace-en.png or workspace-de.png, synthetic Chromium DOM harness; not native-navigation verification.
Implementation boundary: docs/en/testing.md and docs/en/integration.md.
Ollama native tool-calling protocol: https://docs.ollama.com/capabilities/tool-calling (accessed 2026-10-12).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Local implementation and tests: evidence/verification.json, evidence/demo/crash-recovery.json, evidence/evaluation/baseline-results.json.
UI asset: docs/assets/workspace-en.png or workspace-de.png, synthetic Chromium DOM harness; not native-navigation verification.
Implementation boundary: docs/en/testing.md and docs/en/integration.md.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Local implementation and tests: evidence/verification.json, evidence/demo/crash-recovery.json, evidence/evaluation/baseline-results.json.
UI asset: docs/assets/workspace-en.png or workspace-de.png, synthetic Chromium DOM harness; not native-navigation verification.
Implementation boundary: docs/en/testing.md and docs/en/integration.md.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Local implementation and tests: evidence/verification.json, evidence/demo/crash-recovery.json, evidence/evaluation/baseline-results.json.
UI asset: docs/assets/workspace-en.png or workspace-de.png, synthetic Chromium DOM harness; not native-navigation verification.
Implementation boundary: docs/en/testing.md and docs/en/integration.md.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Local implementation and tests: evidence/verification.json, evidence/demo/crash-recovery.json, evidence/evaluation/baseline-results.json.
UI asset: docs/assets/workspace-en.png or workspace-de.png, synthetic Chromium DOM harness; not native-navigation verification.
Implementation boundary: docs/en/testing.md and docs/en/integration.md.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Local implementation and tests: evidence/verification.json, evidence/demo/crash-recovery.json, evidence/evaluation/baseline-results.json.
UI asset: docs/assets/workspace-en.png or workspace-de.png, synthetic Chromium DOM harness; not native-navigation verification.
Implementation boundary: docs/en/testing.md and docs/en/integration.md.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F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566928"/>
            <a:ext cx="10945368" cy="0"/>
          </a:xfrm>
          <a:prstGeom prst="line">
            <a:avLst/>
          </a:prstGeom>
          <a:noFill/>
          <a:ln w="12700">
            <a:solidFill>
              <a:srgbClr val="304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57E0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GOVERNED AI WORKFLOW / ENGINEERING-REFERENZ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621792" y="6345936"/>
            <a:ext cx="10945368" cy="0"/>
          </a:xfrm>
          <a:prstGeom prst="line">
            <a:avLst/>
          </a:prstGeom>
          <a:noFill/>
          <a:ln w="12700">
            <a:solidFill>
              <a:srgbClr val="3043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5566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7BC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Ahad Porkar  /  Governed AI Workflow  /  Release Candidate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735056" y="645566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7BC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 / 08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1024128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9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 darf sich nicht</a:t>
            </a:r>
            <a:endParaRPr lang="en-US" sz="5597" dirty="0"/>
          </a:p>
          <a:p>
            <a:pPr indent="0" marL="0">
              <a:buNone/>
            </a:pPr>
            <a:r>
              <a:rPr lang="en-US" sz="559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selbst freigeben.</a:t>
            </a:r>
            <a:endParaRPr lang="en-US" sz="5597" dirty="0"/>
          </a:p>
        </p:txBody>
      </p:sp>
      <p:sp>
        <p:nvSpPr>
          <p:cNvPr id="8" name="Text 6"/>
          <p:cNvSpPr/>
          <p:nvPr/>
        </p:nvSpPr>
        <p:spPr>
          <a:xfrm>
            <a:off x="694944" y="3602736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CBD8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Begrenzte Untersuchung. Unabhängige Prüfung.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CBD8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Nachvollziehbarer Wiederanlauf.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85800" y="4992624"/>
            <a:ext cx="10817352" cy="640080"/>
          </a:xfrm>
          <a:prstGeom prst="rect">
            <a:avLst/>
          </a:prstGeom>
          <a:solidFill>
            <a:srgbClr val="1C3450"/>
          </a:solidFill>
          <a:ln w="12700">
            <a:solidFill>
              <a:srgbClr val="1C34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513892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7E0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1.1.0-rc.1  |  SANDBOX MIT SYNTHETISCHEN DATEN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566928"/>
            <a:ext cx="10945368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GOVERNED AI WORKFLOW / ENGINEERING-REFERENZ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621792" y="6345936"/>
            <a:ext cx="10945368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5566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Ahad Porkar  /  Governed AI Workflow  /  Release Candidate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735056" y="645566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 / 08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76656" y="841248"/>
            <a:ext cx="10789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78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Ein Ausnahmefall.</a:t>
            </a:r>
            <a:endParaRPr lang="en-US" sz="3978" dirty="0"/>
          </a:p>
          <a:p>
            <a:pPr indent="0" marL="0">
              <a:buNone/>
            </a:pPr>
            <a:r>
              <a:rPr lang="en-US" sz="3978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Klare Autorität.</a:t>
            </a:r>
            <a:endParaRPr lang="en-US" sz="3978" dirty="0"/>
          </a:p>
        </p:txBody>
      </p:sp>
      <p:sp>
        <p:nvSpPr>
          <p:cNvPr id="8" name="Text 6"/>
          <p:cNvSpPr/>
          <p:nvPr/>
        </p:nvSpPr>
        <p:spPr>
          <a:xfrm>
            <a:off x="694944" y="2468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Eine Bestellung ist nicht lieferbar. Der Kunde braucht eine Lösung.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3291840"/>
            <a:ext cx="3456432" cy="1737360"/>
          </a:xfrm>
          <a:prstGeom prst="rect">
            <a:avLst/>
          </a:prstGeom>
          <a:solidFill>
            <a:srgbClr val="F1F5FA"/>
          </a:solidFill>
          <a:ln w="12700">
            <a:solidFill>
              <a:srgbClr val="F1F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3511296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6968" y="392277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Erstatten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86968" y="440740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Nur innerhalb des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verbleibenden Zahlungseingangs.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61688" y="3291840"/>
            <a:ext cx="3456432" cy="1737360"/>
          </a:xfrm>
          <a:prstGeom prst="rect">
            <a:avLst/>
          </a:prstGeom>
          <a:solidFill>
            <a:srgbClr val="F1F5FA"/>
          </a:solidFill>
          <a:ln w="12700">
            <a:solidFill>
              <a:srgbClr val="F1F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2856" y="3511296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62856" y="392277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Stornieren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62856" y="440740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Nur bei passendem Zahlungs-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 Lieferzustand.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37576" y="3291840"/>
            <a:ext cx="3456432" cy="1737360"/>
          </a:xfrm>
          <a:prstGeom prst="rect">
            <a:avLst/>
          </a:prstGeom>
          <a:solidFill>
            <a:srgbClr val="F1F5FA"/>
          </a:solidFill>
          <a:ln w="12700">
            <a:solidFill>
              <a:srgbClr val="F1F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38744" y="3511296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38744" y="392277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Lieferant wechseln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38744" y="440740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Nur zugelassene, lieferfähige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Alternativen innerhalb der Regeln.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4088" y="547725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Unklare Absicht oder fehlende Nachweise? Eskalieren, nicht Berechtigungen erfinden.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566928"/>
            <a:ext cx="10945368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GOVERNED AI WORKFLOW / ENGINEERING-REFERENZ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621792" y="6345936"/>
            <a:ext cx="10945368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5566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Ahad Porkar  /  Governed AI Workflow  /  Release Candidate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735056" y="645566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 / 08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76656" y="841248"/>
            <a:ext cx="10881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97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Das Modell schlägt vor.</a:t>
            </a:r>
            <a:endParaRPr lang="en-US" sz="3597" dirty="0"/>
          </a:p>
          <a:p>
            <a:pPr indent="0" marL="0">
              <a:buNone/>
            </a:pPr>
            <a:r>
              <a:rPr lang="en-US" sz="3597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Das System kontrolliert die Wirkung.</a:t>
            </a:r>
            <a:endParaRPr lang="en-US" sz="3597" dirty="0"/>
          </a:p>
        </p:txBody>
      </p:sp>
      <p:sp>
        <p:nvSpPr>
          <p:cNvPr id="8" name="Shape 6"/>
          <p:cNvSpPr/>
          <p:nvPr/>
        </p:nvSpPr>
        <p:spPr>
          <a:xfrm>
            <a:off x="685800" y="2862072"/>
            <a:ext cx="2450592" cy="2029968"/>
          </a:xfrm>
          <a:prstGeom prst="rect">
            <a:avLst/>
          </a:prstGeom>
          <a:solidFill>
            <a:srgbClr val="F1F5FA"/>
          </a:solidFill>
          <a:ln w="12700">
            <a:solidFill>
              <a:srgbClr val="F1F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3108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6968" y="3675888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Untersuchen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86968" y="421538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Vier fallbezogene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Lesetools.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3236976" y="3602736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&gt;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474720" y="2862072"/>
            <a:ext cx="2450592" cy="2029968"/>
          </a:xfrm>
          <a:prstGeom prst="rect">
            <a:avLst/>
          </a:prstGeom>
          <a:solidFill>
            <a:srgbClr val="F1F5FA"/>
          </a:solidFill>
          <a:ln w="12700">
            <a:solidFill>
              <a:srgbClr val="F1F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5888" y="3108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75888" y="3675888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Validieren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75888" y="421538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Deterministische Regeln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 striktes Schema.</a:t>
            </a:r>
            <a:endParaRPr lang="en-US" sz="1160" dirty="0"/>
          </a:p>
        </p:txBody>
      </p:sp>
      <p:sp>
        <p:nvSpPr>
          <p:cNvPr id="17" name="Text 15"/>
          <p:cNvSpPr/>
          <p:nvPr/>
        </p:nvSpPr>
        <p:spPr>
          <a:xfrm>
            <a:off x="6025896" y="3602736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&gt;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263640" y="2862072"/>
            <a:ext cx="2450592" cy="2029968"/>
          </a:xfrm>
          <a:prstGeom prst="rect">
            <a:avLst/>
          </a:prstGeom>
          <a:solidFill>
            <a:srgbClr val="F1F5FA"/>
          </a:solidFill>
          <a:ln w="12700">
            <a:solidFill>
              <a:srgbClr val="F1F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3108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64808" y="3675888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Freigeben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64808" y="421538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Andere Person.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Hash der genauen Aktion.</a:t>
            </a:r>
            <a:endParaRPr lang="en-US" sz="1160" dirty="0"/>
          </a:p>
        </p:txBody>
      </p:sp>
      <p:sp>
        <p:nvSpPr>
          <p:cNvPr id="22" name="Text 20"/>
          <p:cNvSpPr/>
          <p:nvPr/>
        </p:nvSpPr>
        <p:spPr>
          <a:xfrm>
            <a:off x="8814816" y="3602736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&gt;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9052560" y="2862072"/>
            <a:ext cx="2450592" cy="2029968"/>
          </a:xfrm>
          <a:prstGeom prst="rect">
            <a:avLst/>
          </a:prstGeom>
          <a:solidFill>
            <a:srgbClr val="EAF8F4"/>
          </a:solidFill>
          <a:ln w="12700">
            <a:solidFill>
              <a:srgbClr val="EAF8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53728" y="3108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53728" y="3675888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Ausführen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253728" y="421538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Freigabe, Versionen und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Frist erneut prüfen.</a:t>
            </a:r>
            <a:endParaRPr lang="en-US" sz="1160" dirty="0"/>
          </a:p>
        </p:txBody>
      </p:sp>
      <p:sp>
        <p:nvSpPr>
          <p:cNvPr id="27" name="Text 25"/>
          <p:cNvSpPr/>
          <p:nvPr/>
        </p:nvSpPr>
        <p:spPr>
          <a:xfrm>
            <a:off x="713232" y="5431536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63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Kein Erstattungstool im Modellkontext. Keine Berechtigung durch ein Browserfeld.</a:t>
            </a:r>
            <a:endParaRPr lang="en-US" sz="176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F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566928"/>
            <a:ext cx="10945368" cy="0"/>
          </a:xfrm>
          <a:prstGeom prst="line">
            <a:avLst/>
          </a:prstGeom>
          <a:noFill/>
          <a:ln w="12700">
            <a:solidFill>
              <a:srgbClr val="304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57E0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GOVERNED AI WORKFLOW / ENGINEERING-REFERENZ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621792" y="6345936"/>
            <a:ext cx="10945368" cy="0"/>
          </a:xfrm>
          <a:prstGeom prst="line">
            <a:avLst/>
          </a:prstGeom>
          <a:noFill/>
          <a:ln w="12700">
            <a:solidFill>
              <a:srgbClr val="3043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5566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7BC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Ahad Porkar  /  Governed AI Workflow  /  Release Candidate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735056" y="645566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7BC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 / 08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76656" y="932688"/>
            <a:ext cx="1078992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9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Worker abbrechen.</a:t>
            </a:r>
            <a:endParaRPr lang="en-US" sz="4597" dirty="0"/>
          </a:p>
          <a:p>
            <a:pPr indent="0" marL="0">
              <a:buNone/>
            </a:pPr>
            <a:r>
              <a:rPr lang="en-US" sz="459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Ein Effekt bleibt.</a:t>
            </a:r>
            <a:endParaRPr lang="en-US" sz="4597" dirty="0"/>
          </a:p>
        </p:txBody>
      </p:sp>
      <p:sp>
        <p:nvSpPr>
          <p:cNvPr id="8" name="Text 6"/>
          <p:cNvSpPr/>
          <p:nvPr/>
        </p:nvSpPr>
        <p:spPr>
          <a:xfrm>
            <a:off x="713232" y="277063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8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Nach dem Commit. Vor der Bestätigung. Dann neu starten und wiederholen.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3639312"/>
            <a:ext cx="3246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0" b="1" dirty="0">
                <a:solidFill>
                  <a:srgbClr val="57E0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6300" dirty="0"/>
          </a:p>
        </p:txBody>
      </p:sp>
      <p:sp>
        <p:nvSpPr>
          <p:cNvPr id="10" name="Text 8"/>
          <p:cNvSpPr/>
          <p:nvPr/>
        </p:nvSpPr>
        <p:spPr>
          <a:xfrm>
            <a:off x="713232" y="4700016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gebuchter Sandbox-Effekt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16552" y="3639312"/>
            <a:ext cx="3246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0" b="1" dirty="0">
                <a:solidFill>
                  <a:srgbClr val="57E0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6300" dirty="0"/>
          </a:p>
        </p:txBody>
      </p:sp>
      <p:sp>
        <p:nvSpPr>
          <p:cNvPr id="12" name="Text 10"/>
          <p:cNvSpPr/>
          <p:nvPr/>
        </p:nvSpPr>
        <p:spPr>
          <a:xfrm>
            <a:off x="4416552" y="4700016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Ausführungsversuche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19872" y="3639312"/>
            <a:ext cx="3246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0" b="1" dirty="0">
                <a:solidFill>
                  <a:srgbClr val="57E0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6300" dirty="0"/>
          </a:p>
        </p:txBody>
      </p:sp>
      <p:sp>
        <p:nvSpPr>
          <p:cNvPr id="14" name="Text 12"/>
          <p:cNvSpPr/>
          <p:nvPr/>
        </p:nvSpPr>
        <p:spPr>
          <a:xfrm>
            <a:off x="8119872" y="4700016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derselbe Beleg bei Wiederholung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2376" y="5596128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EC3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Mit echtem Standalone-Worker-Abbruch und Serverneustart geprüft.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C3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Kein Nachweis für einen Zahlungsdienst oder Camunda-Fehlerfall.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566928"/>
            <a:ext cx="10945368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GOVERNED AI WORKFLOW / ENGINEERING-REFERENZ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621792" y="6345936"/>
            <a:ext cx="10945368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5566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Ahad Porkar  /  Governed AI Workflow  /  Release Candidate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735056" y="645566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 / 08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85800" y="950976"/>
            <a:ext cx="5577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97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Eine Prüfkonsole.</a:t>
            </a:r>
            <a:endParaRPr lang="en-US" sz="3597" dirty="0"/>
          </a:p>
          <a:p>
            <a:pPr indent="0" marL="0">
              <a:buNone/>
            </a:pPr>
            <a:r>
              <a:rPr lang="en-US" sz="3597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Kein Chatprotokoll.</a:t>
            </a:r>
            <a:endParaRPr lang="en-US" sz="3597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498348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Originalanfrage.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Genauer Betrag.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Regeln und Nachweise.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Freigabefrist.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Audit und Beleg.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5422392"/>
            <a:ext cx="5440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3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Deutsch / Englisch. Synthetische Fälle.</a:t>
            </a:r>
            <a:endParaRPr lang="en-US" sz="1063" dirty="0"/>
          </a:p>
          <a:p>
            <a:pPr indent="0" marL="0">
              <a:buNone/>
            </a:pPr>
            <a:r>
              <a:rPr lang="en-US" sz="1063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Screenshot aus dem offengelegten Chromium-DOM-Harness.</a:t>
            </a:r>
            <a:endParaRPr lang="en-US" sz="1063" dirty="0"/>
          </a:p>
        </p:txBody>
      </p:sp>
      <p:pic>
        <p:nvPicPr>
          <p:cNvPr id="10" name="Image 0" descr="/mnt/data/governed-ai-workflow-rc1/docs/assets/workspace-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950976"/>
            <a:ext cx="5093208" cy="50932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566928"/>
            <a:ext cx="10945368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GOVERNED AI WORKFLOW / ENGINEERING-REFERENZ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621792" y="6345936"/>
            <a:ext cx="10945368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5566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Ahad Porkar  /  Governed AI Workflow  /  Release Candidate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735056" y="645566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 / 08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85800" y="9144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91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Nachweise mit klaren Grenzen.</a:t>
            </a:r>
            <a:endParaRPr lang="en-US" sz="3891" dirty="0"/>
          </a:p>
        </p:txBody>
      </p:sp>
      <p:sp>
        <p:nvSpPr>
          <p:cNvPr id="8" name="Text 6"/>
          <p:cNvSpPr/>
          <p:nvPr/>
        </p:nvSpPr>
        <p:spPr>
          <a:xfrm>
            <a:off x="713232" y="2322576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167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749808" y="369417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97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bestandene Prüfungen</a:t>
            </a:r>
            <a:endParaRPr lang="en-US" sz="1897" dirty="0"/>
          </a:p>
        </p:txBody>
      </p:sp>
      <p:sp>
        <p:nvSpPr>
          <p:cNvPr id="10" name="Shape 8"/>
          <p:cNvSpPr/>
          <p:nvPr/>
        </p:nvSpPr>
        <p:spPr>
          <a:xfrm>
            <a:off x="4315968" y="2212848"/>
            <a:ext cx="3392424" cy="1280160"/>
          </a:xfrm>
          <a:prstGeom prst="rect">
            <a:avLst/>
          </a:prstGeom>
          <a:solidFill>
            <a:srgbClr val="F1F5FA"/>
          </a:solidFill>
          <a:ln w="12700">
            <a:solidFill>
              <a:srgbClr val="F1F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35915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106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526280" y="29900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Java-Verträge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0" y="2212848"/>
            <a:ext cx="3392424" cy="1280160"/>
          </a:xfrm>
          <a:prstGeom prst="rect">
            <a:avLst/>
          </a:prstGeom>
          <a:solidFill>
            <a:srgbClr val="F1F5FA"/>
          </a:solidFill>
          <a:ln w="12700">
            <a:solidFill>
              <a:srgbClr val="F1F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1312" y="235915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29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8211312" y="29900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Echte HTTP-/Prozesstests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15968" y="3721608"/>
            <a:ext cx="3392424" cy="1280160"/>
          </a:xfrm>
          <a:prstGeom prst="rect">
            <a:avLst/>
          </a:prstGeom>
          <a:solidFill>
            <a:srgbClr val="F1F5FA"/>
          </a:solidFill>
          <a:ln w="12700">
            <a:solidFill>
              <a:srgbClr val="F1F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86791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4526280" y="44988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Browser-DOM-Harness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01000" y="3721608"/>
            <a:ext cx="3392424" cy="1280160"/>
          </a:xfrm>
          <a:prstGeom prst="rect">
            <a:avLst/>
          </a:prstGeom>
          <a:solidFill>
            <a:srgbClr val="F1F5FA"/>
          </a:solidFill>
          <a:ln w="12700">
            <a:solidFill>
              <a:srgbClr val="F1F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11312" y="386791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8211312" y="44988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Repository-Schutz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5596128"/>
            <a:ext cx="10716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Noch offen: natives Browsernetzwerk/CSP, externer Stack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 echtes Modell. Keine erfundene Coverage-Prozentzahl.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566928"/>
            <a:ext cx="10945368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GOVERNED AI WORKFLOW / ENGINEERING-REFERENZ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621792" y="6345936"/>
            <a:ext cx="10945368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5566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Ahad Porkar  /  Governed AI Workflow  /  Release Candidate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735056" y="645566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07 / 08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76656" y="859536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97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Die Baseline scheitert.</a:t>
            </a:r>
            <a:endParaRPr lang="en-US" sz="3897" dirty="0"/>
          </a:p>
          <a:p>
            <a:pPr indent="0" marL="0">
              <a:buNone/>
            </a:pPr>
            <a:r>
              <a:rPr lang="en-US" sz="3897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Wir zeigen, wo.</a:t>
            </a:r>
            <a:endParaRPr lang="en-US" sz="3897" dirty="0"/>
          </a:p>
        </p:txBody>
      </p:sp>
      <p:sp>
        <p:nvSpPr>
          <p:cNvPr id="8" name="Shape 6"/>
          <p:cNvSpPr/>
          <p:nvPr/>
        </p:nvSpPr>
        <p:spPr>
          <a:xfrm>
            <a:off x="713232" y="2807208"/>
            <a:ext cx="5230368" cy="2029968"/>
          </a:xfrm>
          <a:prstGeom prst="rect">
            <a:avLst/>
          </a:prstGeom>
          <a:solidFill>
            <a:srgbClr val="F1F5FA"/>
          </a:solidFill>
          <a:ln w="12700">
            <a:solidFill>
              <a:srgbClr val="F1F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154680"/>
            <a:ext cx="46817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900" b="1" dirty="0">
                <a:solidFill>
                  <a:srgbClr val="315D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33 / 48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978408" y="4224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exakte Vorschläge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36208" y="2807208"/>
            <a:ext cx="5230368" cy="2029968"/>
          </a:xfrm>
          <a:prstGeom prst="rect">
            <a:avLst/>
          </a:prstGeom>
          <a:solidFill>
            <a:srgbClr val="F1F5FA"/>
          </a:solidFill>
          <a:ln w="12700">
            <a:solidFill>
              <a:srgbClr val="F1F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83096" y="3154680"/>
            <a:ext cx="46817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90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40 / 48</a:t>
            </a:r>
            <a:endParaRPr lang="en-US" sz="4900" dirty="0"/>
          </a:p>
        </p:txBody>
      </p:sp>
      <p:sp>
        <p:nvSpPr>
          <p:cNvPr id="13" name="Text 11"/>
          <p:cNvSpPr/>
          <p:nvPr/>
        </p:nvSpPr>
        <p:spPr>
          <a:xfrm>
            <a:off x="6501384" y="4224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zulässige Ergebnisse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49808" y="5376672"/>
            <a:ext cx="10680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8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48 gelabelte DE-/EN-Fälle. Teilbeträge, zitierte Absichten und Einschränkungen zeigen Schwächen.</a:t>
            </a:r>
            <a:endParaRPr lang="en-US" sz="1428" dirty="0"/>
          </a:p>
          <a:p>
            <a:pPr indent="0" marL="0">
              <a:buNone/>
            </a:pPr>
            <a:r>
              <a:rPr lang="en-US" sz="1428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Keine echten Modellaufrufe und keine ausgeführten Effekte in diesem Ergebnis.</a:t>
            </a:r>
            <a:endParaRPr lang="en-US" sz="142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F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566928"/>
            <a:ext cx="10945368" cy="0"/>
          </a:xfrm>
          <a:prstGeom prst="line">
            <a:avLst/>
          </a:prstGeom>
          <a:noFill/>
          <a:ln w="12700">
            <a:solidFill>
              <a:srgbClr val="304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57E0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GOVERNED AI WORKFLOW / ENGINEERING-REFERENZ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621792" y="6345936"/>
            <a:ext cx="10945368" cy="0"/>
          </a:xfrm>
          <a:prstGeom prst="line">
            <a:avLst/>
          </a:prstGeom>
          <a:noFill/>
          <a:ln w="12700">
            <a:solidFill>
              <a:srgbClr val="3043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5566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7BC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Ahad Porkar  /  Governed AI Workflow  /  Release Candidate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735056" y="645566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7BC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08 / 08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978408"/>
            <a:ext cx="1082649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9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Kontrollierte Intelligenz.</a:t>
            </a:r>
            <a:endParaRPr lang="en-US" sz="4297" dirty="0"/>
          </a:p>
          <a:p>
            <a:pPr indent="0" marL="0">
              <a:buNone/>
            </a:pPr>
            <a:r>
              <a:rPr lang="en-US" sz="429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Nachprüfbares Engineering.</a:t>
            </a:r>
            <a:endParaRPr lang="en-US" sz="4297" dirty="0"/>
          </a:p>
        </p:txBody>
      </p:sp>
      <p:sp>
        <p:nvSpPr>
          <p:cNvPr id="8" name="Text 6"/>
          <p:cNvSpPr/>
          <p:nvPr/>
        </p:nvSpPr>
        <p:spPr>
          <a:xfrm>
            <a:off x="713232" y="2999232"/>
            <a:ext cx="10515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CBD8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Eine gezielte Referenz für Workflows, Integration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CBD8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 zuverlässige KI-Systeme.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13232" y="4142232"/>
            <a:ext cx="106070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3" b="1" dirty="0">
                <a:solidFill>
                  <a:srgbClr val="57E0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Nächste Abnahme: echter Stack und separate Modellevaluation.</a:t>
            </a:r>
            <a:endParaRPr lang="en-US" sz="1703" dirty="0"/>
          </a:p>
        </p:txBody>
      </p:sp>
      <p:sp>
        <p:nvSpPr>
          <p:cNvPr id="10" name="Text 8"/>
          <p:cNvSpPr/>
          <p:nvPr/>
        </p:nvSpPr>
        <p:spPr>
          <a:xfrm>
            <a:off x="731520" y="501091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EC3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Quellcode und technische Dokumentation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5449824"/>
            <a:ext cx="10607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github.com/AhadPorkar/bpmn-order-workflow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Ahad Porkar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Governed AI Workflow / DE</dc:title>
  <dc:subject>Governed AI Workflow release-candidate portfolio document</dc:subject>
  <dc:creator>Ahad Porkar</dc:creator>
  <cp:lastModifiedBy>Ahad Porkar</cp:lastModifiedBy>
  <cp:revision>1</cp:revision>
  <dcterms:created xsi:type="dcterms:W3CDTF">2026-10-12T07:45:11Z</dcterms:created>
  <dcterms:modified xsi:type="dcterms:W3CDTF">2026-10-12T07:45:11Z</dcterms:modified>
</cp:coreProperties>
</file>